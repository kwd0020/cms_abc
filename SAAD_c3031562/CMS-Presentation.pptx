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52593-B884-4F88-A533-586D84C248A9}" v="5" dt="2025-12-18T10:01:37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ham, Kaleb (Student)" userId="a3f3e3b3-92a4-4d02-97ed-cf1f770c7775" providerId="ADAL" clId="{15901D36-C228-4C95-872C-610DF929A6D2}"/>
    <pc:docChg chg="custSel modSld">
      <pc:chgData name="Durham, Kaleb (Student)" userId="a3f3e3b3-92a4-4d02-97ed-cf1f770c7775" providerId="ADAL" clId="{15901D36-C228-4C95-872C-610DF929A6D2}" dt="2025-12-18T10:01:06.125" v="514"/>
      <pc:docMkLst>
        <pc:docMk/>
      </pc:docMkLst>
      <pc:sldChg chg="modSp">
        <pc:chgData name="Durham, Kaleb (Student)" userId="a3f3e3b3-92a4-4d02-97ed-cf1f770c7775" providerId="ADAL" clId="{15901D36-C228-4C95-872C-610DF929A6D2}" dt="2025-12-18T10:01:06.125" v="514"/>
        <pc:sldMkLst>
          <pc:docMk/>
          <pc:sldMk cId="993080424" sldId="257"/>
        </pc:sldMkLst>
        <pc:spChg chg="mod">
          <ac:chgData name="Durham, Kaleb (Student)" userId="a3f3e3b3-92a4-4d02-97ed-cf1f770c7775" providerId="ADAL" clId="{15901D36-C228-4C95-872C-610DF929A6D2}" dt="2025-12-18T10:01:06.125" v="514"/>
          <ac:spMkLst>
            <pc:docMk/>
            <pc:sldMk cId="993080424" sldId="257"/>
            <ac:spMk id="3" creationId="{393126B6-6DD3-F1F6-0C02-CCF7AF43DC6B}"/>
          </ac:spMkLst>
        </pc:spChg>
      </pc:sldChg>
      <pc:sldChg chg="modSp mod">
        <pc:chgData name="Durham, Kaleb (Student)" userId="a3f3e3b3-92a4-4d02-97ed-cf1f770c7775" providerId="ADAL" clId="{15901D36-C228-4C95-872C-610DF929A6D2}" dt="2025-12-18T07:24:37.215" v="144" actId="113"/>
        <pc:sldMkLst>
          <pc:docMk/>
          <pc:sldMk cId="3216604455" sldId="261"/>
        </pc:sldMkLst>
        <pc:spChg chg="mod">
          <ac:chgData name="Durham, Kaleb (Student)" userId="a3f3e3b3-92a4-4d02-97ed-cf1f770c7775" providerId="ADAL" clId="{15901D36-C228-4C95-872C-610DF929A6D2}" dt="2025-12-18T07:24:37.215" v="144" actId="113"/>
          <ac:spMkLst>
            <pc:docMk/>
            <pc:sldMk cId="3216604455" sldId="261"/>
            <ac:spMk id="6" creationId="{1B3AB6AC-CCE5-5A92-A14D-E37B06A54DF9}"/>
          </ac:spMkLst>
        </pc:spChg>
      </pc:sldChg>
      <pc:sldChg chg="addSp delSp modSp mod">
        <pc:chgData name="Durham, Kaleb (Student)" userId="a3f3e3b3-92a4-4d02-97ed-cf1f770c7775" providerId="ADAL" clId="{15901D36-C228-4C95-872C-610DF929A6D2}" dt="2025-12-18T08:06:34.365" v="513" actId="20577"/>
        <pc:sldMkLst>
          <pc:docMk/>
          <pc:sldMk cId="1741369029" sldId="264"/>
        </pc:sldMkLst>
        <pc:spChg chg="del mod">
          <ac:chgData name="Durham, Kaleb (Student)" userId="a3f3e3b3-92a4-4d02-97ed-cf1f770c7775" providerId="ADAL" clId="{15901D36-C228-4C95-872C-610DF929A6D2}" dt="2025-12-18T07:26:15.546" v="163" actId="478"/>
          <ac:spMkLst>
            <pc:docMk/>
            <pc:sldMk cId="1741369029" sldId="264"/>
            <ac:spMk id="2" creationId="{5915A00E-1F30-7219-B5AB-69E9CB35B68C}"/>
          </ac:spMkLst>
        </pc:spChg>
        <pc:spChg chg="add mod">
          <ac:chgData name="Durham, Kaleb (Student)" userId="a3f3e3b3-92a4-4d02-97ed-cf1f770c7775" providerId="ADAL" clId="{15901D36-C228-4C95-872C-610DF929A6D2}" dt="2025-12-18T08:06:34.365" v="513" actId="20577"/>
          <ac:spMkLst>
            <pc:docMk/>
            <pc:sldMk cId="1741369029" sldId="264"/>
            <ac:spMk id="2" creationId="{C2B38F02-B7B9-A9DA-DCD4-64320CB25FB6}"/>
          </ac:spMkLst>
        </pc:spChg>
        <pc:spChg chg="add mod">
          <ac:chgData name="Durham, Kaleb (Student)" userId="a3f3e3b3-92a4-4d02-97ed-cf1f770c7775" providerId="ADAL" clId="{15901D36-C228-4C95-872C-610DF929A6D2}" dt="2025-12-18T08:06:32.053" v="511" actId="1076"/>
          <ac:spMkLst>
            <pc:docMk/>
            <pc:sldMk cId="1741369029" sldId="264"/>
            <ac:spMk id="3" creationId="{02886BC2-52E8-2949-CEE9-0A29EB897451}"/>
          </ac:spMkLst>
        </pc:spChg>
        <pc:spChg chg="del">
          <ac:chgData name="Durham, Kaleb (Student)" userId="a3f3e3b3-92a4-4d02-97ed-cf1f770c7775" providerId="ADAL" clId="{15901D36-C228-4C95-872C-610DF929A6D2}" dt="2025-12-18T07:26:17.027" v="165" actId="478"/>
          <ac:spMkLst>
            <pc:docMk/>
            <pc:sldMk cId="1741369029" sldId="264"/>
            <ac:spMk id="3" creationId="{6B8A3EC4-317E-A94B-0B08-9293B997D97A}"/>
          </ac:spMkLst>
        </pc:spChg>
        <pc:spChg chg="add del mod">
          <ac:chgData name="Durham, Kaleb (Student)" userId="a3f3e3b3-92a4-4d02-97ed-cf1f770c7775" providerId="ADAL" clId="{15901D36-C228-4C95-872C-610DF929A6D2}" dt="2025-12-18T07:26:16.445" v="164" actId="478"/>
          <ac:spMkLst>
            <pc:docMk/>
            <pc:sldMk cId="1741369029" sldId="264"/>
            <ac:spMk id="5" creationId="{F57A474B-E8EC-EDEF-BFC7-4011D916B179}"/>
          </ac:spMkLst>
        </pc:spChg>
        <pc:spChg chg="add del mod">
          <ac:chgData name="Durham, Kaleb (Student)" userId="a3f3e3b3-92a4-4d02-97ed-cf1f770c7775" providerId="ADAL" clId="{15901D36-C228-4C95-872C-610DF929A6D2}" dt="2025-12-18T07:26:30.779" v="167" actId="478"/>
          <ac:spMkLst>
            <pc:docMk/>
            <pc:sldMk cId="1741369029" sldId="264"/>
            <ac:spMk id="6" creationId="{C0E11850-F316-B527-8850-56F9342B1D1D}"/>
          </ac:spMkLst>
        </pc:spChg>
        <pc:picChg chg="add">
          <ac:chgData name="Durham, Kaleb (Student)" userId="a3f3e3b3-92a4-4d02-97ed-cf1f770c7775" providerId="ADAL" clId="{15901D36-C228-4C95-872C-610DF929A6D2}" dt="2025-12-18T07:27:03.591" v="168" actId="22"/>
          <ac:picMkLst>
            <pc:docMk/>
            <pc:sldMk cId="1741369029" sldId="264"/>
            <ac:picMk id="8" creationId="{BFCE11A1-5994-FD33-ADBB-0ADE647FAA0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B9EB-CB56-9F48-D2CF-AE18259B6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C9DF9-A38F-0F81-274E-4E2E277E2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45FC2-067C-8B06-0180-DD6EBA22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F4C58-211D-2741-2FEF-7AC8C7BA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D98D-12D2-95C0-ABA7-4E61200F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9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2E3A-85F3-39F1-2643-36014CA3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9DA94-0BA5-F1F9-93BF-B260F060D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689B2-536F-18FE-1C6B-DEB6B270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2F710-F76A-8D2C-0827-782B5CCD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8768E-A6FB-76F0-BE7E-3FB8D8C2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922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3FC6-6AAA-4BB8-4CA0-EFA7D72E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047C-B939-394C-6130-0E0C16E9E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E7E42-DA75-05ED-36E7-BE96DBE4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CEDDB-7886-C8AF-0CD0-FF3D14FE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A4CA-1499-FD90-2CB9-8E288400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7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88AD-E23F-C68F-9971-BB631D27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B218-9589-928C-85D6-06F54F601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9D8A6-F1FF-17BF-5CFA-1C8C2CF0E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4AA0C-657C-5757-3332-6AB616E9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34F81-98DF-B37E-5B01-3076C111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B201C-9366-04F6-C769-7DE5B7F3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6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AB98-A119-CF15-516D-02074538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AEE1-EA38-1C78-E497-27494D6B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65C5B-D921-7336-E3CC-22A1C55CB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4C089-7596-29AE-D054-D0460BF38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EF32B-2CE8-7261-2C9F-72758CA0D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F5A2C-7CF1-C1A0-0D05-B4DB62CE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E62E7-8BF8-6E84-66B5-E3970C5F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1AC6C-6DD1-DAC2-FBB8-7922160B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21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DA97-B0B3-300D-2F5D-50E1E98C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23F1F-DA0E-B2E8-1A9C-2EE355F2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8C669-4F9F-83C9-3FA4-A4E42442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F1BCA-A1DE-D593-A8B4-A8DF1D22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7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F5393-5EBB-D346-8BE0-F039E3FA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BC69E-9439-7AF0-57F5-D4937FC4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F5F76-67FB-0738-6DA4-A5E4EBC2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09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6127-B73C-AD1A-4868-D69129EE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EC81-C26F-A097-1641-8BC188D0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5BE58-64F5-0EB3-B332-9CA29050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C147F-962A-0060-3FDD-DEA44591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7E39-55C8-A845-6717-0863C192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E2746-74CA-5424-3C2B-A4FA450F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528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D26A-F235-6452-94A0-83FB28C4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FBB01-7747-ADF0-0B6C-B936ABB8E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7DC57-F1A5-1B51-92FC-44E2CA81E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0CDFA-A9EC-24FF-DE4C-91BE5E38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BC289-2017-417A-D5FC-5495CC6E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4B426-3BC4-E5C9-D179-8CDA1665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06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83BB-1912-55A3-5700-E9C3A88E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E5DAF-E949-D71D-6B10-461DFACDF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8E64-F61E-5130-8F6B-A865C2CD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2C2B2-BC94-D1D1-395B-E333FEB9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E7515-4BAD-0B4B-69E4-4ACB89C0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80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8878C-5C88-1503-9C1C-D35D4A7B0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D0A53-E18E-A130-C786-2CBEE9698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643F-45AE-234F-4625-1FBA857D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ED50F-4365-0D85-DC9F-D6552984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9952-A26A-DF90-92B0-E2C5A805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25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66870-A0FE-7882-A4A4-4A1B31BA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D9E9A-CC45-CA09-C106-04EC95C95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A083A-4054-3149-CDB8-50E5FF4D2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CCBF6-1804-4A95-BFC5-58DF08947FE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0A6A-8256-C9F1-7BF4-2D02D646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AA9-E0A6-EF5F-C70E-2BF2A1C86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64AB7-AD95-4955-B2F0-A177C8D39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13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50134CD-D8CA-1A4B-423D-EBB873803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C2FAB3-BB8A-0A35-C40D-0913CC9208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636636-EE07-2F39-EE31-9515FA29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17829" cy="75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4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89AC-6B20-B21F-E65A-1E9E4B80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319421"/>
            <a:ext cx="10515600" cy="1325563"/>
          </a:xfrm>
        </p:spPr>
        <p:txBody>
          <a:bodyPr/>
          <a:lstStyle/>
          <a:p>
            <a:r>
              <a:rPr lang="en-GB" dirty="0"/>
              <a:t>Proof Of Concept -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126B6-6DD3-F1F6-0C02-CCF7AF43D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937" y="1690688"/>
            <a:ext cx="7054516" cy="4847891"/>
          </a:xfrm>
        </p:spPr>
        <p:txBody>
          <a:bodyPr>
            <a:normAutofit fontScale="70000" lnSpcReduction="20000"/>
          </a:bodyPr>
          <a:lstStyle/>
          <a:p>
            <a:pPr marL="0" lvl="0" indent="0" algn="ctr">
              <a:buNone/>
            </a:pPr>
            <a:r>
              <a:rPr lang="en-GB" b="1" dirty="0"/>
              <a:t>Functional Requirements</a:t>
            </a:r>
          </a:p>
          <a:p>
            <a:pPr lvl="0"/>
            <a:r>
              <a:rPr lang="en-GB" dirty="0"/>
              <a:t>RF01 - Online Complaint Registration</a:t>
            </a:r>
          </a:p>
          <a:p>
            <a:pPr lvl="0"/>
            <a:r>
              <a:rPr lang="en-GB" dirty="0"/>
              <a:t>RF14 - Multi-tenant data isolation</a:t>
            </a:r>
          </a:p>
          <a:p>
            <a:pPr lvl="0"/>
            <a:r>
              <a:rPr lang="en-GB" dirty="0"/>
              <a:t>RF04- Assign Ticket to Support Person</a:t>
            </a:r>
          </a:p>
          <a:p>
            <a:pPr lvl="0"/>
            <a:r>
              <a:rPr lang="en-GB" dirty="0"/>
              <a:t>RF05 - Support Person Ticket Update</a:t>
            </a:r>
          </a:p>
          <a:p>
            <a:pPr lvl="0"/>
            <a:r>
              <a:rPr lang="en-GB" dirty="0"/>
              <a:t>RF06 – Consumer status tracking</a:t>
            </a:r>
          </a:p>
          <a:p>
            <a:pPr lvl="0"/>
            <a:r>
              <a:rPr lang="en-GB" dirty="0"/>
              <a:t>RF18 - Role-based action restriction</a:t>
            </a:r>
          </a:p>
          <a:p>
            <a:pPr lvl="0"/>
            <a:endParaRPr lang="en-GB" dirty="0"/>
          </a:p>
          <a:p>
            <a:pPr marL="0" lvl="0" indent="0" algn="ctr">
              <a:buNone/>
            </a:pPr>
            <a:r>
              <a:rPr lang="en-GB" b="1" dirty="0"/>
              <a:t>Non-Functional Requirements</a:t>
            </a:r>
          </a:p>
          <a:p>
            <a:pPr lvl="0"/>
            <a:r>
              <a:rPr lang="en-GB" dirty="0"/>
              <a:t>NFR20 – Form Validation Feedback</a:t>
            </a:r>
          </a:p>
          <a:p>
            <a:pPr lvl="0"/>
            <a:r>
              <a:rPr lang="en-GB" dirty="0"/>
              <a:t>NFR08 - The system shall allow system admins to add and remove user accounts.</a:t>
            </a:r>
          </a:p>
          <a:p>
            <a:pPr lvl="0"/>
            <a:r>
              <a:rPr lang="en-GB" dirty="0"/>
              <a:t>NFR22 – Support efficient ticket triage providing list views …</a:t>
            </a:r>
          </a:p>
          <a:p>
            <a:pPr lvl="0"/>
            <a:r>
              <a:rPr lang="en-GB" dirty="0"/>
              <a:t>NFR21 – Present role-appropriate screens and functions relevant to role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0B8C3-AF1B-332A-13E8-6DD8F3F33410}"/>
              </a:ext>
            </a:extLst>
          </p:cNvPr>
          <p:cNvSpPr txBox="1"/>
          <p:nvPr/>
        </p:nvSpPr>
        <p:spPr>
          <a:xfrm>
            <a:off x="433137" y="1690688"/>
            <a:ext cx="4106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Technology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Frontend – HTML, CSS, JS, Blade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Backend – PHP Laravel, Eloquent 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Database – PostgreSQL(pgAdmin4)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Herd Development Environment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3F164-F1D5-1057-2453-006E34887EB9}"/>
              </a:ext>
            </a:extLst>
          </p:cNvPr>
          <p:cNvSpPr txBox="1"/>
          <p:nvPr/>
        </p:nvSpPr>
        <p:spPr>
          <a:xfrm>
            <a:off x="933029" y="4290149"/>
            <a:ext cx="3106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Consumer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Support Person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System Admin</a:t>
            </a:r>
          </a:p>
        </p:txBody>
      </p:sp>
    </p:spTree>
    <p:extLst>
      <p:ext uri="{BB962C8B-B14F-4D97-AF65-F5344CB8AC3E}">
        <p14:creationId xmlns:p14="http://schemas.microsoft.com/office/powerpoint/2010/main" val="99308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6140-63E3-848E-2BE6-411B21F0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481"/>
            <a:ext cx="10515600" cy="1325563"/>
          </a:xfrm>
        </p:spPr>
        <p:txBody>
          <a:bodyPr/>
          <a:lstStyle/>
          <a:p>
            <a:r>
              <a:rPr lang="en-GB" dirty="0"/>
              <a:t>C4 Level 1 - Context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EB720-36C9-2B27-125F-52E14FC62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536" y="1159176"/>
            <a:ext cx="6865052" cy="50343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12913C-4D45-6EAB-F230-C19AFE71EF13}"/>
              </a:ext>
            </a:extLst>
          </p:cNvPr>
          <p:cNvSpPr txBox="1"/>
          <p:nvPr/>
        </p:nvSpPr>
        <p:spPr>
          <a:xfrm>
            <a:off x="705853" y="1450057"/>
            <a:ext cx="2796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System Boundary – </a:t>
            </a:r>
            <a:r>
              <a:rPr lang="en-GB" dirty="0"/>
              <a:t>Shows all user roles and external systems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9FBC7-7D88-586C-9EBA-B1986694E8AB}"/>
              </a:ext>
            </a:extLst>
          </p:cNvPr>
          <p:cNvSpPr txBox="1"/>
          <p:nvPr/>
        </p:nvSpPr>
        <p:spPr>
          <a:xfrm>
            <a:off x="705853" y="2753032"/>
            <a:ext cx="2607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User Interaction – </a:t>
            </a:r>
          </a:p>
          <a:p>
            <a:r>
              <a:rPr lang="en-GB" dirty="0"/>
              <a:t>Highlights roles within the system.</a:t>
            </a:r>
          </a:p>
        </p:txBody>
      </p:sp>
    </p:spTree>
    <p:extLst>
      <p:ext uri="{BB962C8B-B14F-4D97-AF65-F5344CB8AC3E}">
        <p14:creationId xmlns:p14="http://schemas.microsoft.com/office/powerpoint/2010/main" val="61308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D67E-A290-D09C-66F8-2FBC8F63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C4 Level 2 – Container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76D12-E740-FA8F-7AAE-4DDD2A00D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055" y="192502"/>
            <a:ext cx="4778368" cy="64729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AE762F-55AD-D676-E4E2-6933CE5701DB}"/>
              </a:ext>
            </a:extLst>
          </p:cNvPr>
          <p:cNvSpPr txBox="1"/>
          <p:nvPr/>
        </p:nvSpPr>
        <p:spPr>
          <a:xfrm>
            <a:off x="838200" y="1690688"/>
            <a:ext cx="43567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Purpose – </a:t>
            </a:r>
            <a:r>
              <a:rPr lang="en-GB" dirty="0"/>
              <a:t>High level look at what the main application system is composed of.</a:t>
            </a:r>
          </a:p>
          <a:p>
            <a:r>
              <a:rPr lang="en-GB" dirty="0"/>
              <a:t>Shows where in users interact with system.</a:t>
            </a:r>
          </a:p>
          <a:p>
            <a:endParaRPr lang="en-GB" b="1" dirty="0"/>
          </a:p>
          <a:p>
            <a:r>
              <a:rPr lang="en-GB" b="1" dirty="0"/>
              <a:t>Scope – </a:t>
            </a:r>
            <a:r>
              <a:rPr lang="en-GB" dirty="0"/>
              <a:t>Complaint Management System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0170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2BE6-D795-511C-C6D4-E54ED5D9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C4 Level 3 - Component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D8DA4B-E263-666F-7F14-D5E564E01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464" y="0"/>
            <a:ext cx="6123809" cy="67044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D2ADE8-802C-921C-9D88-A14CC87C32EC}"/>
              </a:ext>
            </a:extLst>
          </p:cNvPr>
          <p:cNvSpPr txBox="1"/>
          <p:nvPr/>
        </p:nvSpPr>
        <p:spPr>
          <a:xfrm>
            <a:off x="811648" y="2563519"/>
            <a:ext cx="45291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Purpose – </a:t>
            </a:r>
            <a:r>
              <a:rPr lang="en-GB" dirty="0"/>
              <a:t>Zooms in on container to describe components that reside within.</a:t>
            </a:r>
          </a:p>
          <a:p>
            <a:endParaRPr lang="en-GB" b="1" dirty="0"/>
          </a:p>
          <a:p>
            <a:r>
              <a:rPr lang="en-GB" b="1" dirty="0"/>
              <a:t>Scope – </a:t>
            </a:r>
            <a:r>
              <a:rPr lang="en-GB" dirty="0"/>
              <a:t>Backend Component. </a:t>
            </a:r>
          </a:p>
          <a:p>
            <a:endParaRPr lang="en-GB" b="1" dirty="0"/>
          </a:p>
          <a:p>
            <a:r>
              <a:rPr lang="en-GB" b="1" dirty="0"/>
              <a:t>Design – </a:t>
            </a:r>
            <a:r>
              <a:rPr lang="en-GB" dirty="0"/>
              <a:t>MVC design pattern.</a:t>
            </a:r>
          </a:p>
          <a:p>
            <a:r>
              <a:rPr lang="en-GB" dirty="0"/>
              <a:t>	Laravel framework.</a:t>
            </a:r>
          </a:p>
        </p:txBody>
      </p:sp>
    </p:spTree>
    <p:extLst>
      <p:ext uri="{BB962C8B-B14F-4D97-AF65-F5344CB8AC3E}">
        <p14:creationId xmlns:p14="http://schemas.microsoft.com/office/powerpoint/2010/main" val="323302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113C-92B6-354D-6738-84E92E19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C4 Level 4 - Structural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9ACAA-AF0F-E7BC-C986-04501EA62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266" y="-18255"/>
            <a:ext cx="62916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3AB6AC-CCE5-5A92-A14D-E37B06A54DF9}"/>
              </a:ext>
            </a:extLst>
          </p:cNvPr>
          <p:cNvSpPr txBox="1"/>
          <p:nvPr/>
        </p:nvSpPr>
        <p:spPr>
          <a:xfrm>
            <a:off x="1032387" y="1415845"/>
            <a:ext cx="39034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 – Data Access Component</a:t>
            </a:r>
          </a:p>
          <a:p>
            <a:endParaRPr lang="en-GB" b="1" dirty="0"/>
          </a:p>
          <a:p>
            <a:r>
              <a:rPr lang="en-GB" b="1" dirty="0"/>
              <a:t>Represents the Eloquent Models </a:t>
            </a:r>
            <a:endParaRPr lang="en-GB" dirty="0"/>
          </a:p>
          <a:p>
            <a:r>
              <a:rPr lang="en-GB" dirty="0"/>
              <a:t>Includes – FK , PK , methods  , Relationships</a:t>
            </a:r>
          </a:p>
          <a:p>
            <a:endParaRPr lang="en-GB" dirty="0"/>
          </a:p>
          <a:p>
            <a:r>
              <a:rPr lang="en-GB" b="1" dirty="0" err="1"/>
              <a:t>TenantScope</a:t>
            </a:r>
            <a:r>
              <a:rPr lang="en-GB" b="1" dirty="0"/>
              <a:t> applies to all models with record data.: </a:t>
            </a:r>
          </a:p>
          <a:p>
            <a:r>
              <a:rPr lang="en-GB" dirty="0"/>
              <a:t>Makes all permissions </a:t>
            </a:r>
            <a:r>
              <a:rPr lang="en-GB" dirty="0" err="1"/>
              <a:t>TenantScoped</a:t>
            </a:r>
            <a:r>
              <a:rPr lang="en-GB" dirty="0"/>
              <a:t> for all roles except admin. (“</a:t>
            </a:r>
            <a:r>
              <a:rPr lang="en-GB" dirty="0" err="1"/>
              <a:t>bypassTenantScopeAdmin</a:t>
            </a:r>
            <a:r>
              <a:rPr lang="en-GB" dirty="0"/>
              <a:t>()”)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60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F6FA-0A75-7A88-7139-2F1C5038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C4 Level 4 - Behavioural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354EE-6EDD-1D91-041A-5EF52909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47" y="884255"/>
            <a:ext cx="8964016" cy="5973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889A32-942A-8207-3337-B34C6D80C9BA}"/>
              </a:ext>
            </a:extLst>
          </p:cNvPr>
          <p:cNvSpPr txBox="1"/>
          <p:nvPr/>
        </p:nvSpPr>
        <p:spPr>
          <a:xfrm>
            <a:off x="98323" y="1325563"/>
            <a:ext cx="2595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 – RF01 </a:t>
            </a:r>
            <a:r>
              <a:rPr lang="en-GB" dirty="0"/>
              <a:t>Online Complaint Registration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3BD23-4A34-B896-EAA0-525A6205889F}"/>
              </a:ext>
            </a:extLst>
          </p:cNvPr>
          <p:cNvSpPr txBox="1"/>
          <p:nvPr/>
        </p:nvSpPr>
        <p:spPr>
          <a:xfrm>
            <a:off x="245806" y="2290916"/>
            <a:ext cx="24482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Represents end-to-end flow.</a:t>
            </a:r>
          </a:p>
          <a:p>
            <a:endParaRPr lang="en-GB" dirty="0"/>
          </a:p>
          <a:p>
            <a:r>
              <a:rPr lang="en-GB" b="1" dirty="0"/>
              <a:t>Includes</a:t>
            </a:r>
            <a:r>
              <a:rPr lang="en-GB" dirty="0"/>
              <a:t> authorization, validation, routing.</a:t>
            </a:r>
          </a:p>
        </p:txBody>
      </p:sp>
    </p:spTree>
    <p:extLst>
      <p:ext uri="{BB962C8B-B14F-4D97-AF65-F5344CB8AC3E}">
        <p14:creationId xmlns:p14="http://schemas.microsoft.com/office/powerpoint/2010/main" val="272018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C278-231F-131D-D8E6-EF7CAF35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Data Design - ERD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FD99B-1FFF-7287-9C81-869DEBEEE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561" y="18255"/>
            <a:ext cx="6574975" cy="6827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506AC-2D3B-0204-8415-FF3EBAEB3DFE}"/>
              </a:ext>
            </a:extLst>
          </p:cNvPr>
          <p:cNvSpPr txBox="1"/>
          <p:nvPr/>
        </p:nvSpPr>
        <p:spPr>
          <a:xfrm>
            <a:off x="353961" y="1343818"/>
            <a:ext cx="3500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Purpose - </a:t>
            </a:r>
            <a:r>
              <a:rPr lang="en-GB" dirty="0"/>
              <a:t> Represents the relationship between Tables.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9ED2C-D598-7601-FCE2-9A388D9F051F}"/>
              </a:ext>
            </a:extLst>
          </p:cNvPr>
          <p:cNvSpPr txBox="1"/>
          <p:nvPr/>
        </p:nvSpPr>
        <p:spPr>
          <a:xfrm>
            <a:off x="353961" y="2326161"/>
            <a:ext cx="3500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Includes the PK, FK, Relationship Types (Crows Foot Notation)</a:t>
            </a:r>
          </a:p>
        </p:txBody>
      </p:sp>
    </p:spTree>
    <p:extLst>
      <p:ext uri="{BB962C8B-B14F-4D97-AF65-F5344CB8AC3E}">
        <p14:creationId xmlns:p14="http://schemas.microsoft.com/office/powerpoint/2010/main" val="168546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CE11A1-5994-FD33-ADBB-0ADE647FA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36" y="0"/>
            <a:ext cx="667752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B38F02-B7B9-A9DA-DCD4-64320CB25FB6}"/>
              </a:ext>
            </a:extLst>
          </p:cNvPr>
          <p:cNvSpPr txBox="1"/>
          <p:nvPr/>
        </p:nvSpPr>
        <p:spPr>
          <a:xfrm>
            <a:off x="301452" y="591341"/>
            <a:ext cx="2672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Proof Of Concept:</a:t>
            </a:r>
            <a:r>
              <a:rPr lang="en-GB" dirty="0"/>
              <a:t> Implements this full Role Based Access Restriction. 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86BC2-52E8-2949-CEE9-0A29EB897451}"/>
              </a:ext>
            </a:extLst>
          </p:cNvPr>
          <p:cNvSpPr txBox="1"/>
          <p:nvPr/>
        </p:nvSpPr>
        <p:spPr>
          <a:xfrm>
            <a:off x="301451" y="5283036"/>
            <a:ext cx="26720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Note:</a:t>
            </a:r>
            <a:r>
              <a:rPr lang="en-GB" dirty="0"/>
              <a:t> Other roles not included in user permissions as none of them can do any function.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4136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329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Proof Of Concept - Scope</vt:lpstr>
      <vt:lpstr>C4 Level 1 - Context</vt:lpstr>
      <vt:lpstr>C4 Level 2 – Container </vt:lpstr>
      <vt:lpstr>C4 Level 3 - Component</vt:lpstr>
      <vt:lpstr>C4 Level 4 - Structural</vt:lpstr>
      <vt:lpstr>C4 Level 4 - Behavioural </vt:lpstr>
      <vt:lpstr>Data Design - ERD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Durham, Kaleb (Student)</dc:creator>
  <cp:lastModifiedBy>Durham, Kaleb (Student)</cp:lastModifiedBy>
  <cp:revision>1</cp:revision>
  <dcterms:created xsi:type="dcterms:W3CDTF">2025-12-18T06:22:12Z</dcterms:created>
  <dcterms:modified xsi:type="dcterms:W3CDTF">2025-12-18T10:01:43Z</dcterms:modified>
</cp:coreProperties>
</file>